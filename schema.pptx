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Management System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7160" y="73152"/>
            <a:ext cx="54864" cy="6766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71432" y="868680"/>
            <a:ext cx="2743200" cy="1261872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841248"/>
            <a:ext cx="2743200" cy="256032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8778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 universities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0" y="1097280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89720" y="112471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0927080" y="1124712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44000" y="1298448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89720" y="1325880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927080" y="1325880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9144000" y="1499616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527048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927080" y="1527048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9144000" y="1700784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1728216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927080" y="1728216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9144000" y="1901952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1929384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created_at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927080" y="1929384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9144000" y="841248"/>
            <a:ext cx="2743200" cy="12618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45352" y="868680"/>
            <a:ext cx="2743200" cy="1664208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841248"/>
            <a:ext cx="2743200" cy="256032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8778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 college_boundaries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1097280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12471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001000" y="1124712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217920" y="1298448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325880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001000" y="1325880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6217920" y="1499616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1527048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001000" y="1527048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6217920" y="1700784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1728216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university_id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001000" y="1728216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217920" y="1901952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1929384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polygon_cords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001000" y="1929384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6217920" y="2103120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213055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is_active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001000" y="2130552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6217920" y="2304288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2331720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created_at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001000" y="2331720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6217920" y="841248"/>
            <a:ext cx="2743200" cy="1664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71432" y="2770632"/>
            <a:ext cx="2743200" cy="1261872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00" y="2743200"/>
            <a:ext cx="2743200" cy="256032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17152" y="277977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 courses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00" y="2999232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89720" y="3026664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0927080" y="3026664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9144000" y="3200400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89720" y="322783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university_id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0927080" y="3227832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9144000" y="3401568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89720" y="3429000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0927080" y="3429000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9144000" y="3602736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89720" y="3630168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code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0927080" y="3630168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9144000" y="3803904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89720" y="3831336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created_at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0927080" y="3831336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9144000" y="2743200"/>
            <a:ext cx="2743200" cy="12618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45352" y="2770632"/>
            <a:ext cx="2743200" cy="1664208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17920" y="2743200"/>
            <a:ext cx="2743200" cy="256032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91072" y="277977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 batches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217920" y="2999232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63640" y="3026664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8001000" y="3026664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6217920" y="3200400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63640" y="322783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course_id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8001000" y="3227832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6217920" y="3401568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63640" y="3429000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code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8001000" y="3429000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6217920" y="3602736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63640" y="3630168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start_year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8001000" y="3630168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int4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6217920" y="3803904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63640" y="3831336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end_year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8001000" y="3831336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int4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6217920" y="4005072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63640" y="4032504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8001000" y="4032504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6217920" y="4206240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63640" y="423367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created_at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8001000" y="4233672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6217920" y="2743200"/>
            <a:ext cx="2743200" cy="1664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27832" y="868680"/>
            <a:ext cx="2834640" cy="448056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200400" y="841248"/>
            <a:ext cx="2834640" cy="256032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73552" y="8778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 users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200400" y="1097280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246120" y="1124712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5042916" y="1124712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3200400" y="1298448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246120" y="1325880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5042916" y="1325880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3200400" y="1499616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246120" y="1527048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login_otp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5042916" y="1527048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3200400" y="1700784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246120" y="1728216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login_otp_expires_at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5042916" y="1728216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3200400" y="1901952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246120" y="1929384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last_otp_sent_at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5042916" y="1929384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3200400" y="2103120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246120" y="2130552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is_email_verified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5042916" y="2130552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3200400" y="2304288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246120" y="2331720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auth_provider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5042916" y="2331720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3200400" y="2505456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246120" y="2532888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5042916" y="2532888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120" name="Shape 118"/>
          <p:cNvSpPr/>
          <p:nvPr/>
        </p:nvSpPr>
        <p:spPr>
          <a:xfrm>
            <a:off x="3200400" y="2706624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246120" y="2734056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image_url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5042916" y="2734056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3200400" y="2907792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246120" y="2935224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college_id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5042916" y="2935224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3200400" y="3108960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246120" y="3136392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role</a:t>
            </a:r>
            <a:endParaRPr lang="en-US" sz="750" dirty="0"/>
          </a:p>
        </p:txBody>
      </p:sp>
      <p:sp>
        <p:nvSpPr>
          <p:cNvPr id="128" name="Text 126"/>
          <p:cNvSpPr/>
          <p:nvPr/>
        </p:nvSpPr>
        <p:spPr>
          <a:xfrm>
            <a:off x="5042916" y="3136392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user_role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3200400" y="3310128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246120" y="3337560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batch_id</a:t>
            </a:r>
            <a:endParaRPr lang="en-US" sz="750" dirty="0"/>
          </a:p>
        </p:txBody>
      </p:sp>
      <p:sp>
        <p:nvSpPr>
          <p:cNvPr id="131" name="Text 129"/>
          <p:cNvSpPr/>
          <p:nvPr/>
        </p:nvSpPr>
        <p:spPr>
          <a:xfrm>
            <a:off x="5042916" y="3337560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3200400" y="3511296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246120" y="3538728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latitude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5042916" y="3538728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3200400" y="3712464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246120" y="3739896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longitude</a:t>
            </a:r>
            <a:endParaRPr lang="en-US" sz="750" dirty="0"/>
          </a:p>
        </p:txBody>
      </p:sp>
      <p:sp>
        <p:nvSpPr>
          <p:cNvPr id="137" name="Text 135"/>
          <p:cNvSpPr/>
          <p:nvPr/>
        </p:nvSpPr>
        <p:spPr>
          <a:xfrm>
            <a:off x="5042916" y="3739896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3200400" y="3913632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246120" y="3941064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phone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5042916" y="3941064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141" name="Shape 139"/>
          <p:cNvSpPr/>
          <p:nvPr/>
        </p:nvSpPr>
        <p:spPr>
          <a:xfrm>
            <a:off x="3200400" y="4114800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246120" y="4142232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rekognition_face_id</a:t>
            </a:r>
            <a:endParaRPr lang="en-US" sz="750" dirty="0"/>
          </a:p>
        </p:txBody>
      </p:sp>
      <p:sp>
        <p:nvSpPr>
          <p:cNvPr id="143" name="Text 141"/>
          <p:cNvSpPr/>
          <p:nvPr/>
        </p:nvSpPr>
        <p:spPr>
          <a:xfrm>
            <a:off x="5042916" y="4142232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144" name="Shape 142"/>
          <p:cNvSpPr/>
          <p:nvPr/>
        </p:nvSpPr>
        <p:spPr>
          <a:xfrm>
            <a:off x="3200400" y="4315968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3246120" y="4343400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face_registered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5042916" y="4343400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3200400" y="4517136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246120" y="4544568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is_active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5042916" y="4544568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3200400" y="4718304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246120" y="4745736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is_staff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5042916" y="4745736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3200400" y="4919472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3246120" y="4946904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created_at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5042916" y="4946904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50" dirty="0"/>
          </a:p>
        </p:txBody>
      </p:sp>
      <p:sp>
        <p:nvSpPr>
          <p:cNvPr id="156" name="Shape 154"/>
          <p:cNvSpPr/>
          <p:nvPr/>
        </p:nvSpPr>
        <p:spPr>
          <a:xfrm>
            <a:off x="3200400" y="5120640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3246120" y="5148072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last_login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5042916" y="5148072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50" dirty="0"/>
          </a:p>
        </p:txBody>
      </p:sp>
      <p:sp>
        <p:nvSpPr>
          <p:cNvPr id="159" name="Shape 157"/>
          <p:cNvSpPr/>
          <p:nvPr/>
        </p:nvSpPr>
        <p:spPr>
          <a:xfrm>
            <a:off x="3200400" y="841248"/>
            <a:ext cx="2834640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10312" y="5239512"/>
            <a:ext cx="2743200" cy="2066544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82880" y="5212080"/>
            <a:ext cx="2743200" cy="256032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56032" y="52486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 attendance_windows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182880" y="5468112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28600" y="5495544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</a:t>
            </a:r>
            <a:endParaRPr lang="en-US" sz="750" dirty="0"/>
          </a:p>
        </p:txBody>
      </p:sp>
      <p:sp>
        <p:nvSpPr>
          <p:cNvPr id="165" name="Text 163"/>
          <p:cNvSpPr/>
          <p:nvPr/>
        </p:nvSpPr>
        <p:spPr>
          <a:xfrm>
            <a:off x="1965960" y="5495544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166" name="Shape 164"/>
          <p:cNvSpPr/>
          <p:nvPr/>
        </p:nvSpPr>
        <p:spPr>
          <a:xfrm>
            <a:off x="182880" y="5669280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228600" y="569671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target_batch_id</a:t>
            </a:r>
            <a:endParaRPr lang="en-US" sz="750" dirty="0"/>
          </a:p>
        </p:txBody>
      </p:sp>
      <p:sp>
        <p:nvSpPr>
          <p:cNvPr id="168" name="Text 166"/>
          <p:cNvSpPr/>
          <p:nvPr/>
        </p:nvSpPr>
        <p:spPr>
          <a:xfrm>
            <a:off x="1965960" y="5696712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169" name="Shape 167"/>
          <p:cNvSpPr/>
          <p:nvPr/>
        </p:nvSpPr>
        <p:spPr>
          <a:xfrm>
            <a:off x="182880" y="5870448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228600" y="5897880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target_subject_id</a:t>
            </a:r>
            <a:endParaRPr lang="en-US" sz="750" dirty="0"/>
          </a:p>
        </p:txBody>
      </p:sp>
      <p:sp>
        <p:nvSpPr>
          <p:cNvPr id="171" name="Text 169"/>
          <p:cNvSpPr/>
          <p:nvPr/>
        </p:nvSpPr>
        <p:spPr>
          <a:xfrm>
            <a:off x="1965960" y="5897880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172" name="Shape 170"/>
          <p:cNvSpPr/>
          <p:nvPr/>
        </p:nvSpPr>
        <p:spPr>
          <a:xfrm>
            <a:off x="182880" y="6071616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228600" y="6099048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start_time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1965960" y="6099048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50" dirty="0"/>
          </a:p>
        </p:txBody>
      </p:sp>
      <p:sp>
        <p:nvSpPr>
          <p:cNvPr id="175" name="Shape 173"/>
          <p:cNvSpPr/>
          <p:nvPr/>
        </p:nvSpPr>
        <p:spPr>
          <a:xfrm>
            <a:off x="182880" y="6272784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228600" y="6300216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duration</a:t>
            </a:r>
            <a:endParaRPr lang="en-US" sz="750" dirty="0"/>
          </a:p>
        </p:txBody>
      </p:sp>
      <p:sp>
        <p:nvSpPr>
          <p:cNvPr id="177" name="Text 175"/>
          <p:cNvSpPr/>
          <p:nvPr/>
        </p:nvSpPr>
        <p:spPr>
          <a:xfrm>
            <a:off x="1965960" y="6300216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int4</a:t>
            </a:r>
            <a:endParaRPr lang="en-US" sz="650" dirty="0"/>
          </a:p>
        </p:txBody>
      </p:sp>
      <p:sp>
        <p:nvSpPr>
          <p:cNvPr id="178" name="Shape 176"/>
          <p:cNvSpPr/>
          <p:nvPr/>
        </p:nvSpPr>
        <p:spPr>
          <a:xfrm>
            <a:off x="182880" y="6473952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228600" y="6501384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is_active</a:t>
            </a:r>
            <a:endParaRPr lang="en-US" sz="750" dirty="0"/>
          </a:p>
        </p:txBody>
      </p:sp>
      <p:sp>
        <p:nvSpPr>
          <p:cNvPr id="180" name="Text 178"/>
          <p:cNvSpPr/>
          <p:nvPr/>
        </p:nvSpPr>
        <p:spPr>
          <a:xfrm>
            <a:off x="1965960" y="6501384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650" dirty="0"/>
          </a:p>
        </p:txBody>
      </p:sp>
      <p:sp>
        <p:nvSpPr>
          <p:cNvPr id="181" name="Shape 179"/>
          <p:cNvSpPr/>
          <p:nvPr/>
        </p:nvSpPr>
        <p:spPr>
          <a:xfrm>
            <a:off x="182880" y="6675120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228600" y="670255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last_interacted_by</a:t>
            </a:r>
            <a:endParaRPr lang="en-US" sz="750" dirty="0"/>
          </a:p>
        </p:txBody>
      </p:sp>
      <p:sp>
        <p:nvSpPr>
          <p:cNvPr id="183" name="Text 181"/>
          <p:cNvSpPr/>
          <p:nvPr/>
        </p:nvSpPr>
        <p:spPr>
          <a:xfrm>
            <a:off x="1965960" y="6702552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184" name="Shape 182"/>
          <p:cNvSpPr/>
          <p:nvPr/>
        </p:nvSpPr>
        <p:spPr>
          <a:xfrm>
            <a:off x="182880" y="6876288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228600" y="6903720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date</a:t>
            </a:r>
            <a:endParaRPr lang="en-US" sz="750" dirty="0"/>
          </a:p>
        </p:txBody>
      </p:sp>
      <p:sp>
        <p:nvSpPr>
          <p:cNvPr id="186" name="Text 184"/>
          <p:cNvSpPr/>
          <p:nvPr/>
        </p:nvSpPr>
        <p:spPr>
          <a:xfrm>
            <a:off x="1965960" y="6903720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650" dirty="0"/>
          </a:p>
        </p:txBody>
      </p:sp>
      <p:sp>
        <p:nvSpPr>
          <p:cNvPr id="187" name="Shape 185"/>
          <p:cNvSpPr/>
          <p:nvPr/>
        </p:nvSpPr>
        <p:spPr>
          <a:xfrm>
            <a:off x="182880" y="7077456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228600" y="7104888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created_at</a:t>
            </a:r>
            <a:endParaRPr lang="en-US" sz="750" dirty="0"/>
          </a:p>
        </p:txBody>
      </p:sp>
      <p:sp>
        <p:nvSpPr>
          <p:cNvPr id="189" name="Text 187"/>
          <p:cNvSpPr/>
          <p:nvPr/>
        </p:nvSpPr>
        <p:spPr>
          <a:xfrm>
            <a:off x="1965960" y="7104888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50" dirty="0"/>
          </a:p>
        </p:txBody>
      </p:sp>
      <p:sp>
        <p:nvSpPr>
          <p:cNvPr id="190" name="Shape 188"/>
          <p:cNvSpPr/>
          <p:nvPr/>
        </p:nvSpPr>
        <p:spPr>
          <a:xfrm>
            <a:off x="182880" y="5212080"/>
            <a:ext cx="2743200" cy="20665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227832" y="5239512"/>
            <a:ext cx="2834640" cy="1664208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3200400" y="5212080"/>
            <a:ext cx="2834640" cy="256032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273552" y="52486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 attendance_records</a:t>
            </a:r>
            <a:endParaRPr lang="en-US" sz="900" dirty="0"/>
          </a:p>
        </p:txBody>
      </p:sp>
      <p:sp>
        <p:nvSpPr>
          <p:cNvPr id="194" name="Shape 192"/>
          <p:cNvSpPr/>
          <p:nvPr/>
        </p:nvSpPr>
        <p:spPr>
          <a:xfrm>
            <a:off x="3200400" y="5468112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3246120" y="5495544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</a:t>
            </a:r>
            <a:endParaRPr lang="en-US" sz="750" dirty="0"/>
          </a:p>
        </p:txBody>
      </p:sp>
      <p:sp>
        <p:nvSpPr>
          <p:cNvPr id="196" name="Text 194"/>
          <p:cNvSpPr/>
          <p:nvPr/>
        </p:nvSpPr>
        <p:spPr>
          <a:xfrm>
            <a:off x="5042916" y="5495544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197" name="Shape 195"/>
          <p:cNvSpPr/>
          <p:nvPr/>
        </p:nvSpPr>
        <p:spPr>
          <a:xfrm>
            <a:off x="3200400" y="5669280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3246120" y="5696712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user_id</a:t>
            </a:r>
            <a:endParaRPr lang="en-US" sz="750" dirty="0"/>
          </a:p>
        </p:txBody>
      </p:sp>
      <p:sp>
        <p:nvSpPr>
          <p:cNvPr id="199" name="Text 197"/>
          <p:cNvSpPr/>
          <p:nvPr/>
        </p:nvSpPr>
        <p:spPr>
          <a:xfrm>
            <a:off x="5042916" y="5696712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200" name="Shape 198"/>
          <p:cNvSpPr/>
          <p:nvPr/>
        </p:nvSpPr>
        <p:spPr>
          <a:xfrm>
            <a:off x="3200400" y="5870448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3246120" y="5897880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attendance_window_id</a:t>
            </a:r>
            <a:endParaRPr lang="en-US" sz="750" dirty="0"/>
          </a:p>
        </p:txBody>
      </p:sp>
      <p:sp>
        <p:nvSpPr>
          <p:cNvPr id="202" name="Text 200"/>
          <p:cNvSpPr/>
          <p:nvPr/>
        </p:nvSpPr>
        <p:spPr>
          <a:xfrm>
            <a:off x="5042916" y="5897880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203" name="Shape 201"/>
          <p:cNvSpPr/>
          <p:nvPr/>
        </p:nvSpPr>
        <p:spPr>
          <a:xfrm>
            <a:off x="3200400" y="6071616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246120" y="6099048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status</a:t>
            </a:r>
            <a:endParaRPr lang="en-US" sz="750" dirty="0"/>
          </a:p>
        </p:txBody>
      </p:sp>
      <p:sp>
        <p:nvSpPr>
          <p:cNvPr id="205" name="Text 203"/>
          <p:cNvSpPr/>
          <p:nvPr/>
        </p:nvSpPr>
        <p:spPr>
          <a:xfrm>
            <a:off x="5042916" y="6099048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attendance_status</a:t>
            </a:r>
            <a:endParaRPr lang="en-US" sz="650" dirty="0"/>
          </a:p>
        </p:txBody>
      </p:sp>
      <p:sp>
        <p:nvSpPr>
          <p:cNvPr id="206" name="Shape 204"/>
          <p:cNvSpPr/>
          <p:nvPr/>
        </p:nvSpPr>
        <p:spPr>
          <a:xfrm>
            <a:off x="3200400" y="6272784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3246120" y="6300216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marked_by</a:t>
            </a:r>
            <a:endParaRPr lang="en-US" sz="750" dirty="0"/>
          </a:p>
        </p:txBody>
      </p:sp>
      <p:sp>
        <p:nvSpPr>
          <p:cNvPr id="208" name="Text 206"/>
          <p:cNvSpPr/>
          <p:nvPr/>
        </p:nvSpPr>
        <p:spPr>
          <a:xfrm>
            <a:off x="5042916" y="6300216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209" name="Shape 207"/>
          <p:cNvSpPr/>
          <p:nvPr/>
        </p:nvSpPr>
        <p:spPr>
          <a:xfrm>
            <a:off x="3200400" y="6473952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3246120" y="6501384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date</a:t>
            </a:r>
            <a:endParaRPr lang="en-US" sz="750" dirty="0"/>
          </a:p>
        </p:txBody>
      </p:sp>
      <p:sp>
        <p:nvSpPr>
          <p:cNvPr id="211" name="Text 209"/>
          <p:cNvSpPr/>
          <p:nvPr/>
        </p:nvSpPr>
        <p:spPr>
          <a:xfrm>
            <a:off x="5042916" y="6501384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650" dirty="0"/>
          </a:p>
        </p:txBody>
      </p:sp>
      <p:sp>
        <p:nvSpPr>
          <p:cNvPr id="212" name="Shape 210"/>
          <p:cNvSpPr/>
          <p:nvPr/>
        </p:nvSpPr>
        <p:spPr>
          <a:xfrm>
            <a:off x="3200400" y="6675120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3246120" y="6702552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created_at</a:t>
            </a:r>
            <a:endParaRPr lang="en-US" sz="750" dirty="0"/>
          </a:p>
        </p:txBody>
      </p:sp>
      <p:sp>
        <p:nvSpPr>
          <p:cNvPr id="214" name="Text 212"/>
          <p:cNvSpPr/>
          <p:nvPr/>
        </p:nvSpPr>
        <p:spPr>
          <a:xfrm>
            <a:off x="5042916" y="6702552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50" dirty="0"/>
          </a:p>
        </p:txBody>
      </p:sp>
      <p:sp>
        <p:nvSpPr>
          <p:cNvPr id="215" name="Shape 213"/>
          <p:cNvSpPr/>
          <p:nvPr/>
        </p:nvSpPr>
        <p:spPr>
          <a:xfrm>
            <a:off x="3200400" y="5212080"/>
            <a:ext cx="2834640" cy="1664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10312" y="868680"/>
            <a:ext cx="2834640" cy="347472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82880" y="841248"/>
            <a:ext cx="2834640" cy="256032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256032" y="8778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 announcements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182880" y="1097280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228600" y="1124712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</a:t>
            </a:r>
            <a:endParaRPr lang="en-US" sz="750" dirty="0"/>
          </a:p>
        </p:txBody>
      </p:sp>
      <p:sp>
        <p:nvSpPr>
          <p:cNvPr id="221" name="Text 219"/>
          <p:cNvSpPr/>
          <p:nvPr/>
        </p:nvSpPr>
        <p:spPr>
          <a:xfrm>
            <a:off x="2025396" y="1124712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222" name="Shape 220"/>
          <p:cNvSpPr/>
          <p:nvPr/>
        </p:nvSpPr>
        <p:spPr>
          <a:xfrm>
            <a:off x="182880" y="1298448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228600" y="1325880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title</a:t>
            </a:r>
            <a:endParaRPr lang="en-US" sz="750" dirty="0"/>
          </a:p>
        </p:txBody>
      </p:sp>
      <p:sp>
        <p:nvSpPr>
          <p:cNvPr id="224" name="Text 222"/>
          <p:cNvSpPr/>
          <p:nvPr/>
        </p:nvSpPr>
        <p:spPr>
          <a:xfrm>
            <a:off x="2025396" y="1325880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225" name="Shape 223"/>
          <p:cNvSpPr/>
          <p:nvPr/>
        </p:nvSpPr>
        <p:spPr>
          <a:xfrm>
            <a:off x="182880" y="1499616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228600" y="1527048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description</a:t>
            </a:r>
            <a:endParaRPr lang="en-US" sz="750" dirty="0"/>
          </a:p>
        </p:txBody>
      </p:sp>
      <p:sp>
        <p:nvSpPr>
          <p:cNvPr id="227" name="Text 225"/>
          <p:cNvSpPr/>
          <p:nvPr/>
        </p:nvSpPr>
        <p:spPr>
          <a:xfrm>
            <a:off x="2025396" y="1527048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650" dirty="0"/>
          </a:p>
        </p:txBody>
      </p:sp>
      <p:sp>
        <p:nvSpPr>
          <p:cNvPr id="228" name="Shape 226"/>
          <p:cNvSpPr/>
          <p:nvPr/>
        </p:nvSpPr>
        <p:spPr>
          <a:xfrm>
            <a:off x="182880" y="1700784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228600" y="1728216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type</a:t>
            </a:r>
            <a:endParaRPr lang="en-US" sz="750" dirty="0"/>
          </a:p>
        </p:txBody>
      </p:sp>
      <p:sp>
        <p:nvSpPr>
          <p:cNvPr id="230" name="Text 228"/>
          <p:cNvSpPr/>
          <p:nvPr/>
        </p:nvSpPr>
        <p:spPr>
          <a:xfrm>
            <a:off x="2025396" y="1728216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announcement_type</a:t>
            </a:r>
            <a:endParaRPr lang="en-US" sz="650" dirty="0"/>
          </a:p>
        </p:txBody>
      </p:sp>
      <p:sp>
        <p:nvSpPr>
          <p:cNvPr id="231" name="Shape 229"/>
          <p:cNvSpPr/>
          <p:nvPr/>
        </p:nvSpPr>
        <p:spPr>
          <a:xfrm>
            <a:off x="182880" y="1901952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228600" y="1929384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text_content</a:t>
            </a:r>
            <a:endParaRPr lang="en-US" sz="750" dirty="0"/>
          </a:p>
        </p:txBody>
      </p:sp>
      <p:sp>
        <p:nvSpPr>
          <p:cNvPr id="233" name="Text 231"/>
          <p:cNvSpPr/>
          <p:nvPr/>
        </p:nvSpPr>
        <p:spPr>
          <a:xfrm>
            <a:off x="2025396" y="1929384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650" dirty="0"/>
          </a:p>
        </p:txBody>
      </p:sp>
      <p:sp>
        <p:nvSpPr>
          <p:cNvPr id="234" name="Shape 232"/>
          <p:cNvSpPr/>
          <p:nvPr/>
        </p:nvSpPr>
        <p:spPr>
          <a:xfrm>
            <a:off x="182880" y="2103120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228600" y="2130552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audio_url</a:t>
            </a:r>
            <a:endParaRPr lang="en-US" sz="750" dirty="0"/>
          </a:p>
        </p:txBody>
      </p:sp>
      <p:sp>
        <p:nvSpPr>
          <p:cNvPr id="236" name="Text 234"/>
          <p:cNvSpPr/>
          <p:nvPr/>
        </p:nvSpPr>
        <p:spPr>
          <a:xfrm>
            <a:off x="2025396" y="2130552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650" dirty="0"/>
          </a:p>
        </p:txBody>
      </p:sp>
      <p:sp>
        <p:nvSpPr>
          <p:cNvPr id="237" name="Shape 235"/>
          <p:cNvSpPr/>
          <p:nvPr/>
        </p:nvSpPr>
        <p:spPr>
          <a:xfrm>
            <a:off x="182880" y="2304288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228600" y="2331720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video_url</a:t>
            </a:r>
            <a:endParaRPr lang="en-US" sz="750" dirty="0"/>
          </a:p>
        </p:txBody>
      </p:sp>
      <p:sp>
        <p:nvSpPr>
          <p:cNvPr id="239" name="Text 237"/>
          <p:cNvSpPr/>
          <p:nvPr/>
        </p:nvSpPr>
        <p:spPr>
          <a:xfrm>
            <a:off x="2025396" y="2331720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650" dirty="0"/>
          </a:p>
        </p:txBody>
      </p:sp>
      <p:sp>
        <p:nvSpPr>
          <p:cNvPr id="240" name="Shape 238"/>
          <p:cNvSpPr/>
          <p:nvPr/>
        </p:nvSpPr>
        <p:spPr>
          <a:xfrm>
            <a:off x="182880" y="2505456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228600" y="2532888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created_by</a:t>
            </a:r>
            <a:endParaRPr lang="en-US" sz="750" dirty="0"/>
          </a:p>
        </p:txBody>
      </p:sp>
      <p:sp>
        <p:nvSpPr>
          <p:cNvPr id="242" name="Text 240"/>
          <p:cNvSpPr/>
          <p:nvPr/>
        </p:nvSpPr>
        <p:spPr>
          <a:xfrm>
            <a:off x="2025396" y="2532888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243" name="Shape 241"/>
          <p:cNvSpPr/>
          <p:nvPr/>
        </p:nvSpPr>
        <p:spPr>
          <a:xfrm>
            <a:off x="182880" y="2706624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228600" y="2734056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target_batch_id</a:t>
            </a:r>
            <a:endParaRPr lang="en-US" sz="750" dirty="0"/>
          </a:p>
        </p:txBody>
      </p:sp>
      <p:sp>
        <p:nvSpPr>
          <p:cNvPr id="245" name="Text 243"/>
          <p:cNvSpPr/>
          <p:nvPr/>
        </p:nvSpPr>
        <p:spPr>
          <a:xfrm>
            <a:off x="2025396" y="2734056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246" name="Shape 244"/>
          <p:cNvSpPr/>
          <p:nvPr/>
        </p:nvSpPr>
        <p:spPr>
          <a:xfrm>
            <a:off x="182880" y="2907792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228600" y="2935224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target_university_id</a:t>
            </a:r>
            <a:endParaRPr lang="en-US" sz="750" dirty="0"/>
          </a:p>
        </p:txBody>
      </p:sp>
      <p:sp>
        <p:nvSpPr>
          <p:cNvPr id="248" name="Text 246"/>
          <p:cNvSpPr/>
          <p:nvPr/>
        </p:nvSpPr>
        <p:spPr>
          <a:xfrm>
            <a:off x="2025396" y="2935224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249" name="Shape 247"/>
          <p:cNvSpPr/>
          <p:nvPr/>
        </p:nvSpPr>
        <p:spPr>
          <a:xfrm>
            <a:off x="182880" y="3108960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228600" y="3136392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is_published</a:t>
            </a:r>
            <a:endParaRPr lang="en-US" sz="750" dirty="0"/>
          </a:p>
        </p:txBody>
      </p:sp>
      <p:sp>
        <p:nvSpPr>
          <p:cNvPr id="251" name="Text 249"/>
          <p:cNvSpPr/>
          <p:nvPr/>
        </p:nvSpPr>
        <p:spPr>
          <a:xfrm>
            <a:off x="2025396" y="3136392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650" dirty="0"/>
          </a:p>
        </p:txBody>
      </p:sp>
      <p:sp>
        <p:nvSpPr>
          <p:cNvPr id="252" name="Shape 250"/>
          <p:cNvSpPr/>
          <p:nvPr/>
        </p:nvSpPr>
        <p:spPr>
          <a:xfrm>
            <a:off x="182880" y="3310128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228600" y="3337560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is_pinned</a:t>
            </a:r>
            <a:endParaRPr lang="en-US" sz="750" dirty="0"/>
          </a:p>
        </p:txBody>
      </p:sp>
      <p:sp>
        <p:nvSpPr>
          <p:cNvPr id="254" name="Text 252"/>
          <p:cNvSpPr/>
          <p:nvPr/>
        </p:nvSpPr>
        <p:spPr>
          <a:xfrm>
            <a:off x="2025396" y="3337560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650" dirty="0"/>
          </a:p>
        </p:txBody>
      </p:sp>
      <p:sp>
        <p:nvSpPr>
          <p:cNvPr id="255" name="Shape 253"/>
          <p:cNvSpPr/>
          <p:nvPr/>
        </p:nvSpPr>
        <p:spPr>
          <a:xfrm>
            <a:off x="182880" y="3511296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228600" y="3538728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published_at</a:t>
            </a:r>
            <a:endParaRPr lang="en-US" sz="750" dirty="0"/>
          </a:p>
        </p:txBody>
      </p:sp>
      <p:sp>
        <p:nvSpPr>
          <p:cNvPr id="257" name="Text 255"/>
          <p:cNvSpPr/>
          <p:nvPr/>
        </p:nvSpPr>
        <p:spPr>
          <a:xfrm>
            <a:off x="2025396" y="3538728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50" dirty="0"/>
          </a:p>
        </p:txBody>
      </p:sp>
      <p:sp>
        <p:nvSpPr>
          <p:cNvPr id="258" name="Shape 256"/>
          <p:cNvSpPr/>
          <p:nvPr/>
        </p:nvSpPr>
        <p:spPr>
          <a:xfrm>
            <a:off x="182880" y="3712464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228600" y="3739896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expires_at</a:t>
            </a:r>
            <a:endParaRPr lang="en-US" sz="750" dirty="0"/>
          </a:p>
        </p:txBody>
      </p:sp>
      <p:sp>
        <p:nvSpPr>
          <p:cNvPr id="260" name="Text 258"/>
          <p:cNvSpPr/>
          <p:nvPr/>
        </p:nvSpPr>
        <p:spPr>
          <a:xfrm>
            <a:off x="2025396" y="3739896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50" dirty="0"/>
          </a:p>
        </p:txBody>
      </p:sp>
      <p:sp>
        <p:nvSpPr>
          <p:cNvPr id="261" name="Shape 259"/>
          <p:cNvSpPr/>
          <p:nvPr/>
        </p:nvSpPr>
        <p:spPr>
          <a:xfrm>
            <a:off x="182880" y="3913632"/>
            <a:ext cx="283464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228600" y="3941064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created_at</a:t>
            </a:r>
            <a:endParaRPr lang="en-US" sz="750" dirty="0"/>
          </a:p>
        </p:txBody>
      </p:sp>
      <p:sp>
        <p:nvSpPr>
          <p:cNvPr id="263" name="Text 261"/>
          <p:cNvSpPr/>
          <p:nvPr/>
        </p:nvSpPr>
        <p:spPr>
          <a:xfrm>
            <a:off x="2025396" y="3941064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50" dirty="0"/>
          </a:p>
        </p:txBody>
      </p:sp>
      <p:sp>
        <p:nvSpPr>
          <p:cNvPr id="264" name="Shape 262"/>
          <p:cNvSpPr/>
          <p:nvPr/>
        </p:nvSpPr>
        <p:spPr>
          <a:xfrm>
            <a:off x="182880" y="4114800"/>
            <a:ext cx="283464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228600" y="4142232"/>
            <a:ext cx="175747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updated_at</a:t>
            </a:r>
            <a:endParaRPr lang="en-US" sz="750" dirty="0"/>
          </a:p>
        </p:txBody>
      </p:sp>
      <p:sp>
        <p:nvSpPr>
          <p:cNvPr id="266" name="Text 264"/>
          <p:cNvSpPr/>
          <p:nvPr/>
        </p:nvSpPr>
        <p:spPr>
          <a:xfrm>
            <a:off x="2025396" y="4142232"/>
            <a:ext cx="93543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182880" y="841248"/>
            <a:ext cx="2834640" cy="3474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6245352" y="4965192"/>
            <a:ext cx="2743200" cy="146304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6217920" y="4937760"/>
            <a:ext cx="2743200" cy="256032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6291072" y="49743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 subjects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6217920" y="5193792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6263640" y="5221224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</a:t>
            </a:r>
            <a:endParaRPr lang="en-US" sz="750" dirty="0"/>
          </a:p>
        </p:txBody>
      </p:sp>
      <p:sp>
        <p:nvSpPr>
          <p:cNvPr id="273" name="Text 271"/>
          <p:cNvSpPr/>
          <p:nvPr/>
        </p:nvSpPr>
        <p:spPr>
          <a:xfrm>
            <a:off x="8001000" y="5221224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274" name="Shape 272"/>
          <p:cNvSpPr/>
          <p:nvPr/>
        </p:nvSpPr>
        <p:spPr>
          <a:xfrm>
            <a:off x="6217920" y="5394960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6263640" y="542239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batch_id</a:t>
            </a:r>
            <a:endParaRPr lang="en-US" sz="750" dirty="0"/>
          </a:p>
        </p:txBody>
      </p:sp>
      <p:sp>
        <p:nvSpPr>
          <p:cNvPr id="276" name="Text 274"/>
          <p:cNvSpPr/>
          <p:nvPr/>
        </p:nvSpPr>
        <p:spPr>
          <a:xfrm>
            <a:off x="8001000" y="5422392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277" name="Shape 275"/>
          <p:cNvSpPr/>
          <p:nvPr/>
        </p:nvSpPr>
        <p:spPr>
          <a:xfrm>
            <a:off x="6217920" y="5596128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6263640" y="5623560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faculty_id</a:t>
            </a:r>
            <a:endParaRPr lang="en-US" sz="750" dirty="0"/>
          </a:p>
        </p:txBody>
      </p:sp>
      <p:sp>
        <p:nvSpPr>
          <p:cNvPr id="279" name="Text 277"/>
          <p:cNvSpPr/>
          <p:nvPr/>
        </p:nvSpPr>
        <p:spPr>
          <a:xfrm>
            <a:off x="8001000" y="5623560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650" dirty="0"/>
          </a:p>
        </p:txBody>
      </p:sp>
      <p:sp>
        <p:nvSpPr>
          <p:cNvPr id="280" name="Shape 278"/>
          <p:cNvSpPr/>
          <p:nvPr/>
        </p:nvSpPr>
        <p:spPr>
          <a:xfrm>
            <a:off x="6217920" y="5797296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6263640" y="5824728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</a:t>
            </a:r>
            <a:endParaRPr lang="en-US" sz="750" dirty="0"/>
          </a:p>
        </p:txBody>
      </p:sp>
      <p:sp>
        <p:nvSpPr>
          <p:cNvPr id="282" name="Text 280"/>
          <p:cNvSpPr/>
          <p:nvPr/>
        </p:nvSpPr>
        <p:spPr>
          <a:xfrm>
            <a:off x="8001000" y="5824728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283" name="Shape 281"/>
          <p:cNvSpPr/>
          <p:nvPr/>
        </p:nvSpPr>
        <p:spPr>
          <a:xfrm>
            <a:off x="6217920" y="5998464"/>
            <a:ext cx="2743200" cy="20116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6263640" y="6025896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code</a:t>
            </a:r>
            <a:endParaRPr lang="en-US" sz="750" dirty="0"/>
          </a:p>
        </p:txBody>
      </p:sp>
      <p:sp>
        <p:nvSpPr>
          <p:cNvPr id="285" name="Text 283"/>
          <p:cNvSpPr/>
          <p:nvPr/>
        </p:nvSpPr>
        <p:spPr>
          <a:xfrm>
            <a:off x="8001000" y="6025896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650" dirty="0"/>
          </a:p>
        </p:txBody>
      </p:sp>
      <p:sp>
        <p:nvSpPr>
          <p:cNvPr id="286" name="Shape 284"/>
          <p:cNvSpPr/>
          <p:nvPr/>
        </p:nvSpPr>
        <p:spPr>
          <a:xfrm>
            <a:off x="6217920" y="6199632"/>
            <a:ext cx="274320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6263640" y="6227064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created_at</a:t>
            </a:r>
            <a:endParaRPr lang="en-US" sz="750" dirty="0"/>
          </a:p>
        </p:txBody>
      </p:sp>
      <p:sp>
        <p:nvSpPr>
          <p:cNvPr id="288" name="Text 286"/>
          <p:cNvSpPr/>
          <p:nvPr/>
        </p:nvSpPr>
        <p:spPr>
          <a:xfrm>
            <a:off x="8001000" y="6227064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50" dirty="0"/>
          </a:p>
        </p:txBody>
      </p:sp>
      <p:sp>
        <p:nvSpPr>
          <p:cNvPr id="289" name="Shape 287"/>
          <p:cNvSpPr/>
          <p:nvPr/>
        </p:nvSpPr>
        <p:spPr>
          <a:xfrm>
            <a:off x="6217920" y="4937760"/>
            <a:ext cx="27432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9144000" y="6035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Primary Key      ⟳  Foreign Key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2026-03-23T16:58:46Z</dcterms:created>
  <dcterms:modified xsi:type="dcterms:W3CDTF">2026-03-23T16:58:46Z</dcterms:modified>
</cp:coreProperties>
</file>